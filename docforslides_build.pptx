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417320"/>
            <a:ext cx="990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9AA3B4"/>
                </a:solidFill>
                <a:latin typeface="Segoe UI"/>
              </a:rPr>
              <a:t>1 · Overview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4F5F7"/>
                </a:solidFill>
                <a:latin typeface="Segoe UI"/>
              </a:rPr>
              <a:t>Pressing Analyst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9AA3B4"/>
                </a:solidFill>
                <a:latin typeface="Segoe U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606040"/>
            <a:ext cx="9906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600">
                <a:solidFill>
                  <a:srgbClr val="F4F5F7"/>
                </a:solidFill>
                <a:latin typeface="Segoe UI"/>
              </a:rPr>
              <a:t>We built a system that analyses how teams press.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600">
                <a:solidFill>
                  <a:srgbClr val="F4F5F7"/>
                </a:solidFill>
                <a:latin typeface="Segoe UI"/>
              </a:rPr>
              <a:t>We ingest the data, turn it into meaningful metrics, then run an AI pipeline that explains the picture in natural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206240"/>
            <a:ext cx="990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Code (example) from the repo: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4498848"/>
            <a:ext cx="9906000" cy="1505712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35608" y="4700016"/>
            <a:ext cx="9503664" cy="1103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>
                <a:solidFill>
                  <a:srgbClr val="C5D0E0"/>
                </a:solidFill>
                <a:latin typeface="Consolas"/>
              </a:rPr>
              <a:t># pages/pressing_analyst.py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>
                <a:solidFill>
                  <a:srgbClr val="C5D0E0"/>
                </a:solidFill>
                <a:latin typeface="Consolas"/>
              </a:rPr>
              <a:t>description = PressingDescription(team)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>
                <a:solidFill>
                  <a:srgbClr val="C5D0E0"/>
                </a:solidFill>
                <a:latin typeface="Consolas"/>
              </a:rPr>
              <a:t>summary = description.stream_gpt(stream=True, temperature=0.3)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1 / 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2 · Architecture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End-to-end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2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1862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The app is built around a single pipeline end to end.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We load CSV data, compute league statistics, wrap each side in a team object, then generate both the chart and the AI commentary from the same 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28008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Code (example) from the repo: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20616"/>
            <a:ext cx="10363200" cy="1983944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221784"/>
            <a:ext cx="9960864" cy="158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detailed_pressing = PressingStats(csv_path=DETAILED_CSV)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detailed_pressing.calculate_statistics(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    metrics=detailed_metrics,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    negative_metrics=detailed_negative_metrics,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3 · Metrics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Eight core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3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2069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The model reads eight core pressing metrics.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For several of them, lower raw values mean better defending. We normalise and flip signs where needed so every bar reads the same way—“higher is better” everywhere.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4968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Code (example) from the repo: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27576"/>
            <a:ext cx="10363200" cy="1776984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428744"/>
            <a:ext cx="9960864" cy="1374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DETAILED_NEGATIVE_METRICS = [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    "ppda",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    "press_break_rate_opp_half",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    "lead_to_goal_after_broken_pm",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    # ...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]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detailed_pressing.calculate_statistics(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    metrics=detailed_metrics,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    negative_metrics=detailed_negative_metrics,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4 · Text generation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synthesize_text()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4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1986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We never paste the raw spreadsheet into the model.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Instead we turn each metric into short, pitch-level sentences. The LLM reasons only from that wording—labels plus what they imply tactically.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52184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Code (example) from the repo: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44792"/>
            <a:ext cx="10363200" cy="1859768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345960"/>
            <a:ext cx="9960864" cy="145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classes/description.py — PressingDescription.synthesize_text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consequence = self.METRIC_CONSEQUENCES.get(metric, {}).get(level, "")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label = self.METRIC_LABELS.get(metric, metric)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description += f"{consequence} ({label}) 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5 · Prompt structure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Layered prompts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5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1986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To keep answers grounded we stack prompts in a fixed order.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We set the role, teach domain facts from CSV Q&amp;A, add the task text and few-shot examples, then attach the team profile inside a fenced block.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52184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Code (example) from the repo: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44792"/>
            <a:ext cx="10363200" cy="1859768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345960"/>
            <a:ext cx="9960864" cy="145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Description.setup_messages() order: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1) get_intro_messages()     — persona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2) describe/Pressing_analyst.csv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3) get_prompt_messages()    — task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4) gpt_examples/…csv        — few-shot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5) Now do the same… ```{synthesized_text}```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6 · Chat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PressingChat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6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1904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Chat keeps reusing the same synthesised summary for the selected team.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We also run an embedding search and append the top five Q&amp;A rows so answers stay consistent yet relevant to the user’s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9400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Code (example) from the repo: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62008"/>
            <a:ext cx="10363200" cy="1942552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263176"/>
            <a:ext cx="9960864" cy="154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classes/chat.py — PressingChat.get_relevant_info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description = PressingDescription(self.team)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ret_val += description.synthesize_text()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results = self.embeddings.search(query, top_n=5)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… assistant lines from search are appended (top_n=5)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7 · Summary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What the stack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7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215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The whole point is to turn dense metrics into clear, coach-ready language.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That takes normalised data, carefully ordered prompts, and a small, controlled model call—same temperature for the opening brief and for chat.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17751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Code (example) from the repo: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10359"/>
            <a:ext cx="10363200" cy="1694201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511527"/>
            <a:ext cx="9960864" cy="1291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>
                <a:solidFill>
                  <a:srgbClr val="C5D0E0"/>
                </a:solidFill>
                <a:latin typeface="Consolas"/>
              </a:rPr>
              <a:t># pressing_analyst.py — low temperature, repeatable briefing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>
                <a:solidFill>
                  <a:srgbClr val="C5D0E0"/>
                </a:solidFill>
                <a:latin typeface="Consolas"/>
              </a:rPr>
              <a:t>description.stream_gpt(stream=True, temperature=0.3)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8 · Documentation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Code is the source of truth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8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1986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When in doubt, read the prompt strings and consequence tables in the Python module.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Markdown notes are helpful context, but shipping behaviour lives in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52184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Code (example) from the repo: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44792"/>
            <a:ext cx="10363200" cy="1859768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345960"/>
            <a:ext cx="9960864" cy="145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# classes/description.py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# PressingDescription.get_prompt_messages()  — task wording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# PressingDescription.METRIC_CONSEQUENCES   — pitch sentences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return [{"role": "user", "content": prompt}]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9 · Sources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Modular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9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17384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The repo splits responsibilities cleanly across small modules.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Data loading, copy generation, chat, and embeddings each live in their own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03833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Code (example) from the repo: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96441"/>
            <a:ext cx="10363200" cy="2108119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97609"/>
            <a:ext cx="9960864" cy="1705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pages/pressing_analyst.py          # Streamlit page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classes/description.py           # PressingDescription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classes/chat.py                  # PressingChat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classes/data_source.py           # PressingStats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classes/embeddings.py            # PressingEmbeddings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data/describe/Pressing_analyst.csv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data/gpt_examples/Pressing_analyst.csv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63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4F5F7"/>
                </a:solidFill>
                <a:latin typeface="Segoe UI"/>
              </a:rPr>
              <a:t>Thank you</a:t>
            </a:r>
          </a:p>
          <a:p>
            <a:pPr algn="ctr">
              <a:spcBef>
                <a:spcPts val="1800"/>
              </a:spcBef>
            </a:pPr>
            <a:r>
              <a:rPr sz="1800">
                <a:solidFill>
                  <a:srgbClr val="9AA3B4"/>
                </a:solidFill>
                <a:latin typeface="Segoe UI"/>
              </a:rPr>
              <a:t>Thanks for listening.
Happy to take questions.</a:t>
            </a:r>
          </a:p>
          <a:p>
            <a:pPr algn="ctr">
              <a:spcBef>
                <a:spcPts val="2200"/>
              </a:spcBef>
            </a:pPr>
            <a:r>
              <a:rPr sz="1400">
                <a:solidFill>
                  <a:srgbClr val="5C6476"/>
                </a:solidFill>
                <a:latin typeface="Segoe UI"/>
              </a:rPr>
              <a:t>github.com/soccermatics/twelve-gpt-educational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10 / 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