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5916"/>
                </a:solidFill>
                <a:latin typeface="Tahoma"/>
              </a:rPr>
              <a:t>Pressing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00000"/>
            <a:ext cx="10058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Tahoma"/>
              </a:rPr>
              <a:t>LLM'e metrik ve prompt akışı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00000"/>
            <a:ext cx="100584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Tahoma"/>
              </a:rPr>
              <a:t>docforslides — TwelveGPT Educational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00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Tahoma"/>
              </a:rPr>
              <a:t>Kaynak: docforslides.md · kod: description.py, chat.py, pressing_analyst.py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5916"/>
                </a:solidFill>
                <a:latin typeface="Tahoma"/>
              </a:rPr>
              <a:t>1. Uçtan uca </a:t>
            </a:r>
            <a:r>
              <a:rPr sz="3600" b="0" i="0">
                <a:solidFill>
                  <a:srgbClr val="FFFFFF"/>
                </a:solidFill>
                <a:latin typeface="Tahoma"/>
              </a:rPr>
              <a:t>akış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00000"/>
            <a:ext cx="100584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pressing_detailed_metrics.csv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PressingStats.calculate_statistics → ham sütunlar + {metric}_Z + {metric}_Ranks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select_team() → PressingTeam (ser_metrics, relevant_metrics)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PressingDescription.synthesize_text() + stream_gpt() → özet metin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DistributionPlot → grafik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PressingChat → get_relevant_info() = synthesize_text + embedding araması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5916"/>
                </a:solidFill>
                <a:latin typeface="Tahoma"/>
              </a:rPr>
              <a:t>2. Veri ve </a:t>
            </a:r>
            <a:r>
              <a:rPr sz="3600" b="0" i="0">
                <a:solidFill>
                  <a:srgbClr val="FFFFFF"/>
                </a:solidFill>
                <a:latin typeface="Tahoma"/>
              </a:rPr>
              <a:t>istatistik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00000"/>
            <a:ext cx="100584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ahoma"/>
              </a:rPr>
              <a:t>8 metrik: chains_pm, recovery_opp_half_pm, force_long_ball_pm, press_break_rate_opp_half, lead_to_goal_after_broken_pm, pass_accuracy_under_pressure, line_breaking_pass_rate_under_pressure, ppda.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ahoma"/>
              </a:rPr>
              <a:t>Negatif yön (düşük = iyi): ppda, press_break_rate_opp_half, lead_to_goal_after_broken_pm, pass_accuracy_under_pressure, line_breaking_pass_rate_under_pressure — z-skorda işaret ters çevrilir.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ahoma"/>
              </a:rPr>
              <a:t>describe_level(z): outstanding … poor (utils/sentences.py).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5916"/>
                </a:solidFill>
                <a:latin typeface="Tahoma"/>
              </a:rPr>
              <a:t>3. synthesize_text() </a:t>
            </a:r>
            <a:r>
              <a:rPr sz="3600" b="0" i="0">
                <a:solidFill>
                  <a:srgbClr val="FFFFFF"/>
                </a:solidFill>
                <a:latin typeface="Tahoma"/>
              </a:rPr>
              <a:t>— modele ne gidiyor?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0000"/>
            <a:ext cx="100584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METRIC_LABELS: kod sütunu → grafikle aynı İngilizce etiket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METRIC_CONSEQUENCES: metrik × seviye → tek cümle saha sonucu (yön belirsizliği kalkar)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Her metrik için: sonuç cümlesi + (etiket)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Key strengths: z &gt; 1.0  |  Key concerns: z &lt; -0.5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• Opsiyonel: high_medium_block_pct (CSV'de yoksa atlanır)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5916"/>
                </a:solidFill>
                <a:latin typeface="Tahoma"/>
              </a:rPr>
              <a:t>4. Prompt </a:t>
            </a:r>
            <a:r>
              <a:rPr sz="3600" b="0" i="0">
                <a:solidFill>
                  <a:srgbClr val="FFFFFF"/>
                </a:solidFill>
                <a:latin typeface="Tahoma"/>
              </a:rPr>
              <a:t>katmanları (setup_messages)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0000"/>
            <a:ext cx="100584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ahoma"/>
              </a:rPr>
              <a:t>① get_intro_messages — taktik analist rolü, British English, football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ahoma"/>
              </a:rPr>
              <a:t>② data/describe/Pressing_analyst.csv — metrik QA, domain bilgisi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ahoma"/>
              </a:rPr>
              <a:t>③ get_prompt_messages — 4 cümle brifing; uydurma yok; çıktıda metrik adı / excellent-poor / parantez yok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ahoma"/>
              </a:rPr>
              <a:t>④ data/gpt_examples/Pressing_analyst.csv — stil few-shot (Liverpool, Arsenal, Nottingham)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ahoma"/>
              </a:rPr>
              <a:t>⑤ Son kullanıcı mesajı: Now do the same… ```{synthesized_text}```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00000"/>
            <a:ext cx="1005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Tahoma"/>
              </a:rPr>
              <a:t>stream_gpt: temperature=0.3, stream=True (pressing_analyst.py)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5916"/>
                </a:solidFill>
                <a:latin typeface="Tahoma"/>
              </a:rPr>
              <a:t>5. PressingChat </a:t>
            </a:r>
            <a:r>
              <a:rPr sz="3600" b="0" i="0">
                <a:solidFill>
                  <a:srgbClr val="FFFFFF"/>
                </a:solidFill>
                <a:latin typeface="Tahoma"/>
              </a:rPr>
              <a:t>— sohbet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0000"/>
            <a:ext cx="100584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ahoma"/>
              </a:rPr>
              <a:t>• instruction_messages: UK analyst, 2 cümle, veriye bağlı kal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ahoma"/>
              </a:rPr>
              <a:t>• get_relevant_info: synthesize_text() + embeddings/Pressing_analyst.parquet (top 5)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ahoma"/>
              </a:rPr>
              <a:t>• Kullanıcı: Here is the relevant information… + ```User: …```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5916"/>
                </a:solidFill>
                <a:latin typeface="Tahoma"/>
              </a:rPr>
              <a:t>Özet </a:t>
            </a:r>
            <a:r>
              <a:rPr sz="3600" b="0" i="0">
                <a:solidFill>
                  <a:srgbClr val="FFFFFF"/>
                </a:solidFill>
                <a:latin typeface="Tahoma"/>
              </a:rPr>
              <a:t>(elevator pitch)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00000"/>
            <a:ext cx="100584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Tahoma"/>
              </a:rPr>
              <a:t>• Metrikler lig içi normalize; metin yönü METRIC_CONSEQUENCES ile kilitlenir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Tahoma"/>
              </a:rPr>
              <a:t>• Prompt: rol → describe QA → görev → gpt_examples → tek blokta özet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Tahoma"/>
              </a:rPr>
              <a:t>• Sohbet: aynı özet + embedding ile SSS; sistem mesajı halüsinasyonu kısar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5916"/>
                </a:solidFill>
                <a:latin typeface="Tahoma"/>
              </a:rPr>
              <a:t>Uyarı </a:t>
            </a:r>
            <a:r>
              <a:rPr sz="3600" b="0" i="0">
                <a:solidFill>
                  <a:srgbClr val="FFFFFF"/>
                </a:solidFill>
                <a:latin typeface="Tahoma"/>
              </a:rPr>
              <a:t>pressing_prompts_overview.md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0000"/>
            <a:ext cx="100584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ahoma"/>
              </a:rPr>
              <a:t>Eski özet dosyası ile güncel kod farklılık gösterebilir.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ahoma"/>
              </a:rPr>
              <a:t>Çıktı formatı ve talimatlar için kaynak: classes/description.py içindeki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ahoma"/>
              </a:rPr>
              <a:t>get_prompt_messages ve METRIC_CONSEQUENCES string'leri.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5916"/>
                </a:solidFill>
                <a:latin typeface="Tahoma"/>
              </a:rPr>
              <a:t>Kaynak dosyalar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0000"/>
            <a:ext cx="100584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pages/pressing_analyst.py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classes/description.py — PressingDescription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classes/chat.py — PressingChat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classes/data_source.py — PressingStats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classes/embeddings.py — PressingEmbeddings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scripts/build_pressing_metrics.py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data/describe/Pressing_analyst.csv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ahoma"/>
              </a:rPr>
              <a:t>data/gpt_examples/Pressing_analyst.csv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00000"/>
            <a:ext cx="100584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Tahoma"/>
              </a:rPr>
              <a:t>Sorular?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00000"/>
            <a:ext cx="10058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Tahoma"/>
              </a:rPr>
              <a:t>github.com/soccermatics/twelve-gpt-educational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